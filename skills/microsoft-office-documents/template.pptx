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 varScale="1">
        <p:scale>
          <a:sx n="104" d="100"/>
          <a:sy n="104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5F7044-85E7-1B4E-7A4F-5E538D510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520819-8AC9-DA03-B495-BE55EFED4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98DBE2-A07C-87AD-FCA2-972FFE4E6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B08AE3-C024-5986-AC4C-FB160AEA8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0B3050-23E8-3755-9540-648D71BF4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70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338BC2-F92E-9DB1-8BDF-72E95881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4BA3A7-ED09-AEC0-1B9B-0CCE1084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3C764E-6991-BA06-F5EB-27FD3CD3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55BC92-B130-65F0-3493-3451DFC6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95DA69-CFE2-9634-1D97-664E340F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315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F01FFD-8C1D-5C64-1393-5D43B522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681D2C-E58C-68A5-2290-DC4E201A4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5EB8A2-6DBE-E549-4598-7E6DAD2B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289961-28AF-A511-091D-A98735CD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CCD2C1-414A-CE09-26DE-2B0F772EB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29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61AE19-0B82-DD72-13BC-E2B3D120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7FA7F0-FE64-4516-5F9E-C553F409B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6014D0-C97D-1FDB-FCCC-6D777E708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463F38-1BC8-5D09-18A9-3E9E4C3D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3EF387-FD15-376B-7400-A01243860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FE3BFB-9B12-8BD7-9A87-046F9A0E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093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C698A5-6593-AB03-C092-FE19799C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5538D4-4F76-C7F6-5EC9-C8D3C5C8B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9DD8FB-B824-5AC3-7293-5668746DA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EA6C40C-C64A-71B0-07B3-34E2BA2D2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E7188AB-283B-E68F-88D0-059C677DF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6BBB82F-99C3-75D5-0992-D20769F3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33D25B5-BA66-112C-9D26-2997E999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BE762CA-0DB4-095D-90B2-5E88ED0F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39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A344E-BEB0-36D0-C992-AECECA9F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C1DBB0-0BC9-4AD2-7F5D-E978A0D6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A61688-77D7-39B2-7382-86C2FCF3D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862C5C-78F4-014E-B945-15138BB0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4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3F5E533-57B0-9F8C-B948-08D987786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1C143E5-2322-BC20-3AF0-C5C189D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18CD0A-9434-3A7D-FE2D-C8E74178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9553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92B42E-2C86-F942-4169-9E8936536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569A8F-85DF-CEA1-2208-ACE2454BE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06D911-3FA1-230C-8B1F-9D3F03781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0D92B36-74B8-5419-F521-764CAE7A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9178CE-C4B1-1036-00F5-54671B20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566E59-D525-FCFB-AA07-724F6B3F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293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BCBE95-C011-2921-7252-541095A0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C5E6F1-C27B-B8CD-2124-EDBB2F44F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52BF6D-87D1-CD42-936E-8163F3E1F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6694C2-24D3-AA61-1EAC-22B0322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13248A-B008-75DD-2366-2B1DCFB9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11F7D5-1916-2EC6-E742-604302DA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090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5FBF17-09A6-A4B6-94D1-E0A99F00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5B5CBB-3628-A66B-E637-3D7614D7F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910F4-CEDE-CE3B-397E-6479FEC19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0ED95D-CF58-BBC8-9B54-3E182C94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4B8C10-2596-015A-8858-A19F964D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59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B366EFF-541B-889B-6251-3345EB408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945BDA7-C9DB-7620-8B15-C6F8A3EF0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1F2D68-876A-7DFB-FE8B-2AA54908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168ED9-4AE8-546E-A46F-E4ABEACF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89350A-2D11-572B-8966-7CA4B73DF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9381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514085-08D9-90CA-9195-CAE400A7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0F0320-47F5-FFCB-D15B-DCC17A6CE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FBD720-0182-5D11-D755-13EADC722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66AD3-316A-744D-A49A-A0F4B7801717}" type="datetimeFigureOut">
              <a:rPr lang="de-DE" smtClean="0"/>
              <a:t>12.09.26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C366DA-CC3A-9A48-7038-D0BB1ACAB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13DC1A-6360-1608-328D-52B5A4498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A2538-4760-B444-AB30-E0E9798FD7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607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6DD81B-2028-7A94-6BCC-FBA3842B29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9B5B6D-F58A-4A3F-9B4A-ABA0E0F5AE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6689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2026-09-12T15:03:33Z</dcterms:created>
  <dcterms:modified xsi:type="dcterms:W3CDTF">2026-09-12T15:04:01Z</dcterms:modified>
</cp:coreProperties>
</file>